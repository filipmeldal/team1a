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404" y="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785A5C-19D1-466D-900D-A0A6070B15D3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3E8B3B4-FF49-4A74-8B49-7F156C604D21}">
      <dgm:prSet/>
      <dgm:spPr/>
      <dgm:t>
        <a:bodyPr/>
        <a:lstStyle/>
        <a:p>
          <a:r>
            <a:rPr lang="da-DK"/>
            <a:t>Ny fully-dressed use case</a:t>
          </a:r>
          <a:endParaRPr lang="en-US"/>
        </a:p>
      </dgm:t>
    </dgm:pt>
    <dgm:pt modelId="{F6DF09A0-F4F9-41ED-978C-861040CEBECC}" type="parTrans" cxnId="{18338D1E-5E92-41F1-B1D2-B4419B1AEA0A}">
      <dgm:prSet/>
      <dgm:spPr/>
      <dgm:t>
        <a:bodyPr/>
        <a:lstStyle/>
        <a:p>
          <a:endParaRPr lang="en-US"/>
        </a:p>
      </dgm:t>
    </dgm:pt>
    <dgm:pt modelId="{646A910A-DF5B-4710-8847-95B9CD5F8AF9}" type="sibTrans" cxnId="{18338D1E-5E92-41F1-B1D2-B4419B1AEA0A}">
      <dgm:prSet phldrT="01" phldr="0"/>
      <dgm:spPr/>
      <dgm:t>
        <a:bodyPr/>
        <a:lstStyle/>
        <a:p>
          <a:endParaRPr lang="en-US"/>
        </a:p>
      </dgm:t>
    </dgm:pt>
    <dgm:pt modelId="{E2D349AB-6559-4FDE-BFC2-355EB7556AE8}">
      <dgm:prSet/>
      <dgm:spPr/>
      <dgm:t>
        <a:bodyPr/>
        <a:lstStyle/>
        <a:p>
          <a:r>
            <a:rPr lang="da-DK"/>
            <a:t>Opret et mål de kan gå efter</a:t>
          </a:r>
          <a:endParaRPr lang="en-US"/>
        </a:p>
      </dgm:t>
    </dgm:pt>
    <dgm:pt modelId="{65E15516-D746-4E58-A4A5-68799D01B657}" type="parTrans" cxnId="{DB56750A-24B6-4F84-BE9D-F4619446A3EA}">
      <dgm:prSet/>
      <dgm:spPr/>
      <dgm:t>
        <a:bodyPr/>
        <a:lstStyle/>
        <a:p>
          <a:endParaRPr lang="en-US"/>
        </a:p>
      </dgm:t>
    </dgm:pt>
    <dgm:pt modelId="{3D797968-2FAD-4B5C-AACA-0876F43ABB4D}" type="sibTrans" cxnId="{DB56750A-24B6-4F84-BE9D-F4619446A3EA}">
      <dgm:prSet phldrT="02" phldr="0"/>
      <dgm:spPr/>
      <dgm:t>
        <a:bodyPr/>
        <a:lstStyle/>
        <a:p>
          <a:endParaRPr lang="en-US"/>
        </a:p>
      </dgm:t>
    </dgm:pt>
    <dgm:pt modelId="{009A616C-194D-4DE2-9982-C178FF46530E}">
      <dgm:prSet/>
      <dgm:spPr/>
      <dgm:t>
        <a:bodyPr/>
        <a:lstStyle/>
        <a:p>
          <a:r>
            <a:rPr lang="da-DK"/>
            <a:t>Oprettes </a:t>
          </a:r>
          <a:r>
            <a:rPr lang="da-DK" dirty="0"/>
            <a:t>af inspektør</a:t>
          </a:r>
          <a:endParaRPr lang="en-US" dirty="0"/>
        </a:p>
      </dgm:t>
    </dgm:pt>
    <dgm:pt modelId="{AAACF0F6-A3BD-43F1-B94D-FE063E95F280}" type="parTrans" cxnId="{74B17572-F888-437C-BFE3-B09B13B8584A}">
      <dgm:prSet/>
      <dgm:spPr/>
      <dgm:t>
        <a:bodyPr/>
        <a:lstStyle/>
        <a:p>
          <a:endParaRPr lang="en-US"/>
        </a:p>
      </dgm:t>
    </dgm:pt>
    <dgm:pt modelId="{476828ED-96B4-494B-AB1B-4EFBD39F5D85}" type="sibTrans" cxnId="{74B17572-F888-437C-BFE3-B09B13B8584A}">
      <dgm:prSet phldrT="03" phldr="0"/>
      <dgm:spPr/>
      <dgm:t>
        <a:bodyPr/>
        <a:lstStyle/>
        <a:p>
          <a:endParaRPr lang="en-US"/>
        </a:p>
      </dgm:t>
    </dgm:pt>
    <dgm:pt modelId="{88F090A1-E091-498E-9AAF-3D599AAFCE86}">
      <dgm:prSet/>
      <dgm:spPr/>
      <dgm:t>
        <a:bodyPr/>
        <a:lstStyle/>
        <a:p>
          <a:r>
            <a:rPr lang="da-DK"/>
            <a:t>Skal afspejle FN’s verdensmål </a:t>
          </a:r>
          <a:endParaRPr lang="en-US"/>
        </a:p>
      </dgm:t>
    </dgm:pt>
    <dgm:pt modelId="{4C309E41-AB96-4F7E-A142-6E7B3DFF958F}" type="parTrans" cxnId="{A85E193D-0F36-4D3E-8463-CAE4FD4E7E0B}">
      <dgm:prSet/>
      <dgm:spPr/>
      <dgm:t>
        <a:bodyPr/>
        <a:lstStyle/>
        <a:p>
          <a:endParaRPr lang="en-US"/>
        </a:p>
      </dgm:t>
    </dgm:pt>
    <dgm:pt modelId="{0AC1C5D8-C98A-47CD-9AF4-5DF9C5B5A9AE}" type="sibTrans" cxnId="{A85E193D-0F36-4D3E-8463-CAE4FD4E7E0B}">
      <dgm:prSet phldrT="04" phldr="0"/>
      <dgm:spPr/>
      <dgm:t>
        <a:bodyPr/>
        <a:lstStyle/>
        <a:p>
          <a:endParaRPr lang="en-US"/>
        </a:p>
      </dgm:t>
    </dgm:pt>
    <dgm:pt modelId="{FCEAE500-F392-4904-9FCB-87EC9A241A47}">
      <dgm:prSet/>
      <dgm:spPr/>
      <dgm:t>
        <a:bodyPr/>
        <a:lstStyle/>
        <a:p>
          <a:r>
            <a:rPr lang="da-DK"/>
            <a:t>Kan sættes for Affald, Energi og Co2 udledning</a:t>
          </a:r>
          <a:endParaRPr lang="en-US"/>
        </a:p>
      </dgm:t>
    </dgm:pt>
    <dgm:pt modelId="{2192B170-B303-4B7D-941F-BF47E582E830}" type="parTrans" cxnId="{5F1BEEDB-5A63-474A-AB1A-16B4900F2DAD}">
      <dgm:prSet/>
      <dgm:spPr/>
      <dgm:t>
        <a:bodyPr/>
        <a:lstStyle/>
        <a:p>
          <a:endParaRPr lang="en-US"/>
        </a:p>
      </dgm:t>
    </dgm:pt>
    <dgm:pt modelId="{19DE8DF0-3F12-4939-86AF-126FB50BFA10}" type="sibTrans" cxnId="{5F1BEEDB-5A63-474A-AB1A-16B4900F2DAD}">
      <dgm:prSet phldrT="05" phldr="0"/>
      <dgm:spPr/>
      <dgm:t>
        <a:bodyPr/>
        <a:lstStyle/>
        <a:p>
          <a:endParaRPr lang="en-US"/>
        </a:p>
      </dgm:t>
    </dgm:pt>
    <dgm:pt modelId="{7CA1022B-78EB-46A7-8D9B-94C75B32CC68}" type="pres">
      <dgm:prSet presAssocID="{AC785A5C-19D1-466D-900D-A0A6070B15D3}" presName="vert0" presStyleCnt="0">
        <dgm:presLayoutVars>
          <dgm:dir/>
          <dgm:animOne val="branch"/>
          <dgm:animLvl val="lvl"/>
        </dgm:presLayoutVars>
      </dgm:prSet>
      <dgm:spPr/>
    </dgm:pt>
    <dgm:pt modelId="{27F2A5F7-0B3A-4D87-AFE3-2D145C91A6AD}" type="pres">
      <dgm:prSet presAssocID="{E3E8B3B4-FF49-4A74-8B49-7F156C604D21}" presName="thickLine" presStyleLbl="alignNode1" presStyleIdx="0" presStyleCnt="5"/>
      <dgm:spPr/>
    </dgm:pt>
    <dgm:pt modelId="{0647D88D-D4B4-4844-98B8-E4790787C45A}" type="pres">
      <dgm:prSet presAssocID="{E3E8B3B4-FF49-4A74-8B49-7F156C604D21}" presName="horz1" presStyleCnt="0"/>
      <dgm:spPr/>
    </dgm:pt>
    <dgm:pt modelId="{9AAC6B7D-80A1-42D6-A02D-C1BB4F8994BC}" type="pres">
      <dgm:prSet presAssocID="{E3E8B3B4-FF49-4A74-8B49-7F156C604D21}" presName="tx1" presStyleLbl="revTx" presStyleIdx="0" presStyleCnt="5"/>
      <dgm:spPr/>
    </dgm:pt>
    <dgm:pt modelId="{40FFA52E-3567-4CD1-8C98-4D56FBB1A2B0}" type="pres">
      <dgm:prSet presAssocID="{E3E8B3B4-FF49-4A74-8B49-7F156C604D21}" presName="vert1" presStyleCnt="0"/>
      <dgm:spPr/>
    </dgm:pt>
    <dgm:pt modelId="{8F0DDC6A-E885-414F-9AF5-A7C87CA3CB36}" type="pres">
      <dgm:prSet presAssocID="{E2D349AB-6559-4FDE-BFC2-355EB7556AE8}" presName="thickLine" presStyleLbl="alignNode1" presStyleIdx="1" presStyleCnt="5"/>
      <dgm:spPr/>
    </dgm:pt>
    <dgm:pt modelId="{EBA9D3FE-72BD-4EF4-AD57-4A80D0857749}" type="pres">
      <dgm:prSet presAssocID="{E2D349AB-6559-4FDE-BFC2-355EB7556AE8}" presName="horz1" presStyleCnt="0"/>
      <dgm:spPr/>
    </dgm:pt>
    <dgm:pt modelId="{11BC7A2C-0F03-4465-B4FF-A62127319975}" type="pres">
      <dgm:prSet presAssocID="{E2D349AB-6559-4FDE-BFC2-355EB7556AE8}" presName="tx1" presStyleLbl="revTx" presStyleIdx="1" presStyleCnt="5"/>
      <dgm:spPr/>
    </dgm:pt>
    <dgm:pt modelId="{B23B9A04-7BA1-4DD7-A5A2-ADBD166B8319}" type="pres">
      <dgm:prSet presAssocID="{E2D349AB-6559-4FDE-BFC2-355EB7556AE8}" presName="vert1" presStyleCnt="0"/>
      <dgm:spPr/>
    </dgm:pt>
    <dgm:pt modelId="{F042E144-1A97-4797-A574-9C2749159A3E}" type="pres">
      <dgm:prSet presAssocID="{009A616C-194D-4DE2-9982-C178FF46530E}" presName="thickLine" presStyleLbl="alignNode1" presStyleIdx="2" presStyleCnt="5"/>
      <dgm:spPr/>
    </dgm:pt>
    <dgm:pt modelId="{BAEBAF1A-D510-417C-AC1A-EEB3D49BC8D1}" type="pres">
      <dgm:prSet presAssocID="{009A616C-194D-4DE2-9982-C178FF46530E}" presName="horz1" presStyleCnt="0"/>
      <dgm:spPr/>
    </dgm:pt>
    <dgm:pt modelId="{75737AC7-0ABF-4D22-88A6-D618E463DF82}" type="pres">
      <dgm:prSet presAssocID="{009A616C-194D-4DE2-9982-C178FF46530E}" presName="tx1" presStyleLbl="revTx" presStyleIdx="2" presStyleCnt="5"/>
      <dgm:spPr/>
    </dgm:pt>
    <dgm:pt modelId="{B9D49966-5B1D-469C-8E31-122DBA0613B5}" type="pres">
      <dgm:prSet presAssocID="{009A616C-194D-4DE2-9982-C178FF46530E}" presName="vert1" presStyleCnt="0"/>
      <dgm:spPr/>
    </dgm:pt>
    <dgm:pt modelId="{DE55C85C-0038-4F6D-84FB-BF0C5E0ED58A}" type="pres">
      <dgm:prSet presAssocID="{88F090A1-E091-498E-9AAF-3D599AAFCE86}" presName="thickLine" presStyleLbl="alignNode1" presStyleIdx="3" presStyleCnt="5"/>
      <dgm:spPr/>
    </dgm:pt>
    <dgm:pt modelId="{1C000588-7BC0-4343-97A2-0F88360FB889}" type="pres">
      <dgm:prSet presAssocID="{88F090A1-E091-498E-9AAF-3D599AAFCE86}" presName="horz1" presStyleCnt="0"/>
      <dgm:spPr/>
    </dgm:pt>
    <dgm:pt modelId="{3E4EF5F5-7AFA-478C-9D25-69AB376657BF}" type="pres">
      <dgm:prSet presAssocID="{88F090A1-E091-498E-9AAF-3D599AAFCE86}" presName="tx1" presStyleLbl="revTx" presStyleIdx="3" presStyleCnt="5"/>
      <dgm:spPr/>
    </dgm:pt>
    <dgm:pt modelId="{F06657DC-DD3A-4DF3-B6E3-9A6934242E3E}" type="pres">
      <dgm:prSet presAssocID="{88F090A1-E091-498E-9AAF-3D599AAFCE86}" presName="vert1" presStyleCnt="0"/>
      <dgm:spPr/>
    </dgm:pt>
    <dgm:pt modelId="{24C614D3-E662-47B0-A9E4-2A9E6BDA62F2}" type="pres">
      <dgm:prSet presAssocID="{FCEAE500-F392-4904-9FCB-87EC9A241A47}" presName="thickLine" presStyleLbl="alignNode1" presStyleIdx="4" presStyleCnt="5"/>
      <dgm:spPr/>
    </dgm:pt>
    <dgm:pt modelId="{B671655B-ABEC-4DD3-8D3B-D85413BC4CE3}" type="pres">
      <dgm:prSet presAssocID="{FCEAE500-F392-4904-9FCB-87EC9A241A47}" presName="horz1" presStyleCnt="0"/>
      <dgm:spPr/>
    </dgm:pt>
    <dgm:pt modelId="{B217D6CD-CCF5-4766-9F0F-B6647223780B}" type="pres">
      <dgm:prSet presAssocID="{FCEAE500-F392-4904-9FCB-87EC9A241A47}" presName="tx1" presStyleLbl="revTx" presStyleIdx="4" presStyleCnt="5"/>
      <dgm:spPr/>
    </dgm:pt>
    <dgm:pt modelId="{725D3B91-ADDB-4560-85E5-19FD842C2C55}" type="pres">
      <dgm:prSet presAssocID="{FCEAE500-F392-4904-9FCB-87EC9A241A47}" presName="vert1" presStyleCnt="0"/>
      <dgm:spPr/>
    </dgm:pt>
  </dgm:ptLst>
  <dgm:cxnLst>
    <dgm:cxn modelId="{B38E4806-3BD1-48C9-B09A-587714E7624F}" type="presOf" srcId="{FCEAE500-F392-4904-9FCB-87EC9A241A47}" destId="{B217D6CD-CCF5-4766-9F0F-B6647223780B}" srcOrd="0" destOrd="0" presId="urn:microsoft.com/office/officeart/2008/layout/LinedList"/>
    <dgm:cxn modelId="{DB56750A-24B6-4F84-BE9D-F4619446A3EA}" srcId="{AC785A5C-19D1-466D-900D-A0A6070B15D3}" destId="{E2D349AB-6559-4FDE-BFC2-355EB7556AE8}" srcOrd="1" destOrd="0" parTransId="{65E15516-D746-4E58-A4A5-68799D01B657}" sibTransId="{3D797968-2FAD-4B5C-AACA-0876F43ABB4D}"/>
    <dgm:cxn modelId="{18338D1E-5E92-41F1-B1D2-B4419B1AEA0A}" srcId="{AC785A5C-19D1-466D-900D-A0A6070B15D3}" destId="{E3E8B3B4-FF49-4A74-8B49-7F156C604D21}" srcOrd="0" destOrd="0" parTransId="{F6DF09A0-F4F9-41ED-978C-861040CEBECC}" sibTransId="{646A910A-DF5B-4710-8847-95B9CD5F8AF9}"/>
    <dgm:cxn modelId="{16158B2A-3374-4A48-8924-DF138BFA54EA}" type="presOf" srcId="{E2D349AB-6559-4FDE-BFC2-355EB7556AE8}" destId="{11BC7A2C-0F03-4465-B4FF-A62127319975}" srcOrd="0" destOrd="0" presId="urn:microsoft.com/office/officeart/2008/layout/LinedList"/>
    <dgm:cxn modelId="{A85E193D-0F36-4D3E-8463-CAE4FD4E7E0B}" srcId="{AC785A5C-19D1-466D-900D-A0A6070B15D3}" destId="{88F090A1-E091-498E-9AAF-3D599AAFCE86}" srcOrd="3" destOrd="0" parTransId="{4C309E41-AB96-4F7E-A142-6E7B3DFF958F}" sibTransId="{0AC1C5D8-C98A-47CD-9AF4-5DF9C5B5A9AE}"/>
    <dgm:cxn modelId="{3262783D-9F52-4300-8BC2-8DF06FAF5F74}" type="presOf" srcId="{AC785A5C-19D1-466D-900D-A0A6070B15D3}" destId="{7CA1022B-78EB-46A7-8D9B-94C75B32CC68}" srcOrd="0" destOrd="0" presId="urn:microsoft.com/office/officeart/2008/layout/LinedList"/>
    <dgm:cxn modelId="{EF007569-22F8-4EFB-B14D-35E295105C66}" type="presOf" srcId="{88F090A1-E091-498E-9AAF-3D599AAFCE86}" destId="{3E4EF5F5-7AFA-478C-9D25-69AB376657BF}" srcOrd="0" destOrd="0" presId="urn:microsoft.com/office/officeart/2008/layout/LinedList"/>
    <dgm:cxn modelId="{3AAED66E-7186-462C-9478-726F25812A0D}" type="presOf" srcId="{E3E8B3B4-FF49-4A74-8B49-7F156C604D21}" destId="{9AAC6B7D-80A1-42D6-A02D-C1BB4F8994BC}" srcOrd="0" destOrd="0" presId="urn:microsoft.com/office/officeart/2008/layout/LinedList"/>
    <dgm:cxn modelId="{74B17572-F888-437C-BFE3-B09B13B8584A}" srcId="{AC785A5C-19D1-466D-900D-A0A6070B15D3}" destId="{009A616C-194D-4DE2-9982-C178FF46530E}" srcOrd="2" destOrd="0" parTransId="{AAACF0F6-A3BD-43F1-B94D-FE063E95F280}" sibTransId="{476828ED-96B4-494B-AB1B-4EFBD39F5D85}"/>
    <dgm:cxn modelId="{C3A19EAB-995B-4BA4-A90F-643E160F672E}" type="presOf" srcId="{009A616C-194D-4DE2-9982-C178FF46530E}" destId="{75737AC7-0ABF-4D22-88A6-D618E463DF82}" srcOrd="0" destOrd="0" presId="urn:microsoft.com/office/officeart/2008/layout/LinedList"/>
    <dgm:cxn modelId="{5F1BEEDB-5A63-474A-AB1A-16B4900F2DAD}" srcId="{AC785A5C-19D1-466D-900D-A0A6070B15D3}" destId="{FCEAE500-F392-4904-9FCB-87EC9A241A47}" srcOrd="4" destOrd="0" parTransId="{2192B170-B303-4B7D-941F-BF47E582E830}" sibTransId="{19DE8DF0-3F12-4939-86AF-126FB50BFA10}"/>
    <dgm:cxn modelId="{2BBF6BB3-286C-4D83-9678-9FED67D18441}" type="presParOf" srcId="{7CA1022B-78EB-46A7-8D9B-94C75B32CC68}" destId="{27F2A5F7-0B3A-4D87-AFE3-2D145C91A6AD}" srcOrd="0" destOrd="0" presId="urn:microsoft.com/office/officeart/2008/layout/LinedList"/>
    <dgm:cxn modelId="{FFBD6E36-CCD7-4FA1-9261-86EF04780F4A}" type="presParOf" srcId="{7CA1022B-78EB-46A7-8D9B-94C75B32CC68}" destId="{0647D88D-D4B4-4844-98B8-E4790787C45A}" srcOrd="1" destOrd="0" presId="urn:microsoft.com/office/officeart/2008/layout/LinedList"/>
    <dgm:cxn modelId="{47EBA385-14A6-4D68-BB3D-2D575F05CD17}" type="presParOf" srcId="{0647D88D-D4B4-4844-98B8-E4790787C45A}" destId="{9AAC6B7D-80A1-42D6-A02D-C1BB4F8994BC}" srcOrd="0" destOrd="0" presId="urn:microsoft.com/office/officeart/2008/layout/LinedList"/>
    <dgm:cxn modelId="{D5BDED84-BFE8-426A-A103-D8A2AAB4DE9B}" type="presParOf" srcId="{0647D88D-D4B4-4844-98B8-E4790787C45A}" destId="{40FFA52E-3567-4CD1-8C98-4D56FBB1A2B0}" srcOrd="1" destOrd="0" presId="urn:microsoft.com/office/officeart/2008/layout/LinedList"/>
    <dgm:cxn modelId="{C79FAD76-9BCA-4C97-A98D-D918D2ADF517}" type="presParOf" srcId="{7CA1022B-78EB-46A7-8D9B-94C75B32CC68}" destId="{8F0DDC6A-E885-414F-9AF5-A7C87CA3CB36}" srcOrd="2" destOrd="0" presId="urn:microsoft.com/office/officeart/2008/layout/LinedList"/>
    <dgm:cxn modelId="{3459568A-31A6-4689-86C4-04E8B00AA02B}" type="presParOf" srcId="{7CA1022B-78EB-46A7-8D9B-94C75B32CC68}" destId="{EBA9D3FE-72BD-4EF4-AD57-4A80D0857749}" srcOrd="3" destOrd="0" presId="urn:microsoft.com/office/officeart/2008/layout/LinedList"/>
    <dgm:cxn modelId="{BCCD1892-21D1-41AC-8276-0A0ABF9F7571}" type="presParOf" srcId="{EBA9D3FE-72BD-4EF4-AD57-4A80D0857749}" destId="{11BC7A2C-0F03-4465-B4FF-A62127319975}" srcOrd="0" destOrd="0" presId="urn:microsoft.com/office/officeart/2008/layout/LinedList"/>
    <dgm:cxn modelId="{4103F970-5F6B-496F-B5DE-231B481B3C34}" type="presParOf" srcId="{EBA9D3FE-72BD-4EF4-AD57-4A80D0857749}" destId="{B23B9A04-7BA1-4DD7-A5A2-ADBD166B8319}" srcOrd="1" destOrd="0" presId="urn:microsoft.com/office/officeart/2008/layout/LinedList"/>
    <dgm:cxn modelId="{BFB1BB49-EDC1-4806-B3DA-F89B66BB9904}" type="presParOf" srcId="{7CA1022B-78EB-46A7-8D9B-94C75B32CC68}" destId="{F042E144-1A97-4797-A574-9C2749159A3E}" srcOrd="4" destOrd="0" presId="urn:microsoft.com/office/officeart/2008/layout/LinedList"/>
    <dgm:cxn modelId="{52660D30-FF55-44BF-AFE3-C0480C6792ED}" type="presParOf" srcId="{7CA1022B-78EB-46A7-8D9B-94C75B32CC68}" destId="{BAEBAF1A-D510-417C-AC1A-EEB3D49BC8D1}" srcOrd="5" destOrd="0" presId="urn:microsoft.com/office/officeart/2008/layout/LinedList"/>
    <dgm:cxn modelId="{D12D18CC-F408-459C-8ACD-A3E26A3FD94A}" type="presParOf" srcId="{BAEBAF1A-D510-417C-AC1A-EEB3D49BC8D1}" destId="{75737AC7-0ABF-4D22-88A6-D618E463DF82}" srcOrd="0" destOrd="0" presId="urn:microsoft.com/office/officeart/2008/layout/LinedList"/>
    <dgm:cxn modelId="{C9F77D8D-BDED-4812-AE12-7088926F8D4D}" type="presParOf" srcId="{BAEBAF1A-D510-417C-AC1A-EEB3D49BC8D1}" destId="{B9D49966-5B1D-469C-8E31-122DBA0613B5}" srcOrd="1" destOrd="0" presId="urn:microsoft.com/office/officeart/2008/layout/LinedList"/>
    <dgm:cxn modelId="{DB88471A-7FE1-429E-BB36-7B4496E6BF09}" type="presParOf" srcId="{7CA1022B-78EB-46A7-8D9B-94C75B32CC68}" destId="{DE55C85C-0038-4F6D-84FB-BF0C5E0ED58A}" srcOrd="6" destOrd="0" presId="urn:microsoft.com/office/officeart/2008/layout/LinedList"/>
    <dgm:cxn modelId="{6EE85D0B-F1EE-40A8-B5A7-B8DBDB06CBCE}" type="presParOf" srcId="{7CA1022B-78EB-46A7-8D9B-94C75B32CC68}" destId="{1C000588-7BC0-4343-97A2-0F88360FB889}" srcOrd="7" destOrd="0" presId="urn:microsoft.com/office/officeart/2008/layout/LinedList"/>
    <dgm:cxn modelId="{1B376858-A97B-45A4-B922-7583EEB4BF7E}" type="presParOf" srcId="{1C000588-7BC0-4343-97A2-0F88360FB889}" destId="{3E4EF5F5-7AFA-478C-9D25-69AB376657BF}" srcOrd="0" destOrd="0" presId="urn:microsoft.com/office/officeart/2008/layout/LinedList"/>
    <dgm:cxn modelId="{2578BA19-0585-4F60-9316-9D0C292A3C2C}" type="presParOf" srcId="{1C000588-7BC0-4343-97A2-0F88360FB889}" destId="{F06657DC-DD3A-4DF3-B6E3-9A6934242E3E}" srcOrd="1" destOrd="0" presId="urn:microsoft.com/office/officeart/2008/layout/LinedList"/>
    <dgm:cxn modelId="{5260BE7F-4713-4037-9C83-790C422AE35C}" type="presParOf" srcId="{7CA1022B-78EB-46A7-8D9B-94C75B32CC68}" destId="{24C614D3-E662-47B0-A9E4-2A9E6BDA62F2}" srcOrd="8" destOrd="0" presId="urn:microsoft.com/office/officeart/2008/layout/LinedList"/>
    <dgm:cxn modelId="{DB6EAB86-59CA-4D4A-9A55-239D483D7288}" type="presParOf" srcId="{7CA1022B-78EB-46A7-8D9B-94C75B32CC68}" destId="{B671655B-ABEC-4DD3-8D3B-D85413BC4CE3}" srcOrd="9" destOrd="0" presId="urn:microsoft.com/office/officeart/2008/layout/LinedList"/>
    <dgm:cxn modelId="{652D102A-24BF-49D4-907A-ACE3A6C7956C}" type="presParOf" srcId="{B671655B-ABEC-4DD3-8D3B-D85413BC4CE3}" destId="{B217D6CD-CCF5-4766-9F0F-B6647223780B}" srcOrd="0" destOrd="0" presId="urn:microsoft.com/office/officeart/2008/layout/LinedList"/>
    <dgm:cxn modelId="{EF157685-9302-4A3A-BA23-8A5D66FA3B8A}" type="presParOf" srcId="{B671655B-ABEC-4DD3-8D3B-D85413BC4CE3}" destId="{725D3B91-ADDB-4560-85E5-19FD842C2C5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F2A5F7-0B3A-4D87-AFE3-2D145C91A6AD}">
      <dsp:nvSpPr>
        <dsp:cNvPr id="0" name=""/>
        <dsp:cNvSpPr/>
      </dsp:nvSpPr>
      <dsp:spPr>
        <a:xfrm>
          <a:off x="0" y="456"/>
          <a:ext cx="1089092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AC6B7D-80A1-42D6-A02D-C1BB4F8994BC}">
      <dsp:nvSpPr>
        <dsp:cNvPr id="0" name=""/>
        <dsp:cNvSpPr/>
      </dsp:nvSpPr>
      <dsp:spPr>
        <a:xfrm>
          <a:off x="0" y="456"/>
          <a:ext cx="10890929" cy="747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400" kern="1200"/>
            <a:t>Ny fully-dressed use case</a:t>
          </a:r>
          <a:endParaRPr lang="en-US" sz="3400" kern="1200"/>
        </a:p>
      </dsp:txBody>
      <dsp:txXfrm>
        <a:off x="0" y="456"/>
        <a:ext cx="10890929" cy="747590"/>
      </dsp:txXfrm>
    </dsp:sp>
    <dsp:sp modelId="{8F0DDC6A-E885-414F-9AF5-A7C87CA3CB36}">
      <dsp:nvSpPr>
        <dsp:cNvPr id="0" name=""/>
        <dsp:cNvSpPr/>
      </dsp:nvSpPr>
      <dsp:spPr>
        <a:xfrm>
          <a:off x="0" y="748046"/>
          <a:ext cx="10890929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BC7A2C-0F03-4465-B4FF-A62127319975}">
      <dsp:nvSpPr>
        <dsp:cNvPr id="0" name=""/>
        <dsp:cNvSpPr/>
      </dsp:nvSpPr>
      <dsp:spPr>
        <a:xfrm>
          <a:off x="0" y="748046"/>
          <a:ext cx="10890929" cy="747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400" kern="1200"/>
            <a:t>Opret et mål de kan gå efter</a:t>
          </a:r>
          <a:endParaRPr lang="en-US" sz="3400" kern="1200"/>
        </a:p>
      </dsp:txBody>
      <dsp:txXfrm>
        <a:off x="0" y="748046"/>
        <a:ext cx="10890929" cy="747590"/>
      </dsp:txXfrm>
    </dsp:sp>
    <dsp:sp modelId="{F042E144-1A97-4797-A574-9C2749159A3E}">
      <dsp:nvSpPr>
        <dsp:cNvPr id="0" name=""/>
        <dsp:cNvSpPr/>
      </dsp:nvSpPr>
      <dsp:spPr>
        <a:xfrm>
          <a:off x="0" y="1495636"/>
          <a:ext cx="10890929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737AC7-0ABF-4D22-88A6-D618E463DF82}">
      <dsp:nvSpPr>
        <dsp:cNvPr id="0" name=""/>
        <dsp:cNvSpPr/>
      </dsp:nvSpPr>
      <dsp:spPr>
        <a:xfrm>
          <a:off x="0" y="1495636"/>
          <a:ext cx="10890929" cy="747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400" kern="1200"/>
            <a:t>Oprettes </a:t>
          </a:r>
          <a:r>
            <a:rPr lang="da-DK" sz="3400" kern="1200" dirty="0"/>
            <a:t>af inspektør</a:t>
          </a:r>
          <a:endParaRPr lang="en-US" sz="3400" kern="1200" dirty="0"/>
        </a:p>
      </dsp:txBody>
      <dsp:txXfrm>
        <a:off x="0" y="1495636"/>
        <a:ext cx="10890929" cy="747590"/>
      </dsp:txXfrm>
    </dsp:sp>
    <dsp:sp modelId="{DE55C85C-0038-4F6D-84FB-BF0C5E0ED58A}">
      <dsp:nvSpPr>
        <dsp:cNvPr id="0" name=""/>
        <dsp:cNvSpPr/>
      </dsp:nvSpPr>
      <dsp:spPr>
        <a:xfrm>
          <a:off x="0" y="2243226"/>
          <a:ext cx="10890929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4EF5F5-7AFA-478C-9D25-69AB376657BF}">
      <dsp:nvSpPr>
        <dsp:cNvPr id="0" name=""/>
        <dsp:cNvSpPr/>
      </dsp:nvSpPr>
      <dsp:spPr>
        <a:xfrm>
          <a:off x="0" y="2243226"/>
          <a:ext cx="10890929" cy="747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400" kern="1200"/>
            <a:t>Skal afspejle FN’s verdensmål </a:t>
          </a:r>
          <a:endParaRPr lang="en-US" sz="3400" kern="1200"/>
        </a:p>
      </dsp:txBody>
      <dsp:txXfrm>
        <a:off x="0" y="2243226"/>
        <a:ext cx="10890929" cy="747590"/>
      </dsp:txXfrm>
    </dsp:sp>
    <dsp:sp modelId="{24C614D3-E662-47B0-A9E4-2A9E6BDA62F2}">
      <dsp:nvSpPr>
        <dsp:cNvPr id="0" name=""/>
        <dsp:cNvSpPr/>
      </dsp:nvSpPr>
      <dsp:spPr>
        <a:xfrm>
          <a:off x="0" y="2990816"/>
          <a:ext cx="10890929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17D6CD-CCF5-4766-9F0F-B6647223780B}">
      <dsp:nvSpPr>
        <dsp:cNvPr id="0" name=""/>
        <dsp:cNvSpPr/>
      </dsp:nvSpPr>
      <dsp:spPr>
        <a:xfrm>
          <a:off x="0" y="2990816"/>
          <a:ext cx="10890929" cy="747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400" kern="1200"/>
            <a:t>Kan sættes for Affald, Energi og Co2 udledning</a:t>
          </a:r>
          <a:endParaRPr lang="en-US" sz="3400" kern="1200"/>
        </a:p>
      </dsp:txBody>
      <dsp:txXfrm>
        <a:off x="0" y="2990816"/>
        <a:ext cx="10890929" cy="7475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7DA38F49-B3E2-4BF0-BEC7-C30D34ABBB8D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06531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00443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DA38F49-B3E2-4BF0-BEC7-C30D34ABBB8D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17726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00714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93479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57031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81249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72459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03680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sk 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02129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 og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DA38F49-B3E2-4BF0-BEC7-C30D34ABBB8D}" type="datetime1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30791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t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DA38F49-B3E2-4BF0-BEC7-C30D34ABBB8D}" type="datetime1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4017855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vne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DA38F49-B3E2-4BF0-BEC7-C30D34ABBB8D}" type="datetime1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12638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01888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nner med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01912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21222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DA38F49-B3E2-4BF0-BEC7-C30D34ABBB8D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56319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38F49-B3E2-4BF0-BEC7-C30D34ABBB8D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5184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Et billede, der indeholder juletræ, jul, lys/lygte, juleudsmykning&#10;&#10;AI-genereret indhold kan være ukorrekt.">
            <a:extLst>
              <a:ext uri="{FF2B5EF4-FFF2-40B4-BE49-F238E27FC236}">
                <a16:creationId xmlns:a16="http://schemas.microsoft.com/office/drawing/2014/main" id="{1ED097BA-FA2B-6A6A-221E-6537DE6B88E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9091" r="10705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BA49C28-132B-2A0D-CB7B-14CC5A930E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85233"/>
            <a:ext cx="5758628" cy="3355853"/>
          </a:xfrm>
        </p:spPr>
        <p:txBody>
          <a:bodyPr anchor="t">
            <a:normAutofit/>
          </a:bodyPr>
          <a:lstStyle/>
          <a:p>
            <a:r>
              <a:rPr lang="da-DK" sz="6000">
                <a:solidFill>
                  <a:srgbClr val="FFFFFF"/>
                </a:solidFill>
              </a:rPr>
              <a:t>Budweg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C61F81F5-3C64-8A29-C95D-C73120D58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5251621"/>
            <a:ext cx="4439920" cy="1104721"/>
          </a:xfrm>
        </p:spPr>
        <p:txBody>
          <a:bodyPr anchor="t">
            <a:normAutofit/>
          </a:bodyPr>
          <a:lstStyle/>
          <a:p>
            <a:r>
              <a:rPr lang="da-DK">
                <a:solidFill>
                  <a:srgbClr val="FFFFFF"/>
                </a:solidFill>
              </a:rPr>
              <a:t>Jeppe, Philip, Nicklas, Jackob, Filip og Rasmus</a:t>
            </a:r>
          </a:p>
        </p:txBody>
      </p:sp>
    </p:spTree>
    <p:extLst>
      <p:ext uri="{BB962C8B-B14F-4D97-AF65-F5344CB8AC3E}">
        <p14:creationId xmlns:p14="http://schemas.microsoft.com/office/powerpoint/2010/main" val="31866721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9A1EB6-FE07-07CD-3006-FE4912E12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da-DK" dirty="0"/>
              <a:t>UC1 </a:t>
            </a:r>
            <a:r>
              <a:rPr lang="da-DK"/>
              <a:t>Fully-dressed</a:t>
            </a:r>
            <a:r>
              <a:rPr lang="da-DK" dirty="0"/>
              <a:t>: Opret mål</a:t>
            </a: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D3BAD74D-A982-A9A4-86BE-40DBE80D0A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3495341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130406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D52099-77C6-5726-49BD-5A3B7223C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3149" y="1371600"/>
            <a:ext cx="5737859" cy="1097280"/>
          </a:xfrm>
        </p:spPr>
        <p:txBody>
          <a:bodyPr>
            <a:normAutofit/>
          </a:bodyPr>
          <a:lstStyle/>
          <a:p>
            <a:r>
              <a:rPr lang="da-DK"/>
              <a:t>Domænemodel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4B6543C-E251-689D-28C4-FD53C6ADF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3149" y="2633236"/>
            <a:ext cx="5737860" cy="3666980"/>
          </a:xfrm>
        </p:spPr>
        <p:txBody>
          <a:bodyPr>
            <a:normAutofit/>
          </a:bodyPr>
          <a:lstStyle/>
          <a:p>
            <a:r>
              <a:rPr lang="da-DK" dirty="0"/>
              <a:t>Ny klasse </a:t>
            </a:r>
          </a:p>
          <a:p>
            <a:r>
              <a:rPr lang="da-DK" dirty="0"/>
              <a:t>Inspektion</a:t>
            </a:r>
          </a:p>
          <a:p>
            <a:r>
              <a:rPr lang="da-DK" dirty="0"/>
              <a:t>Attributter: Oprettelsesdato, Inspektør, Mål, Mål Dato</a:t>
            </a:r>
          </a:p>
          <a:p>
            <a:pPr marL="0" indent="0">
              <a:buNone/>
            </a:pPr>
            <a:endParaRPr lang="da-DK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14C6F09-7F1A-845F-B60B-DC27EA439B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3232" y="1990660"/>
            <a:ext cx="4343400" cy="4309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51446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9" name="Rectangle 2058">
            <a:extLst>
              <a:ext uri="{FF2B5EF4-FFF2-40B4-BE49-F238E27FC236}">
                <a16:creationId xmlns:a16="http://schemas.microsoft.com/office/drawing/2014/main" id="{CD94F7C0-1344-4B3C-AFCB-E7F006BB5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61" name="Picture 2060">
            <a:extLst>
              <a:ext uri="{FF2B5EF4-FFF2-40B4-BE49-F238E27FC236}">
                <a16:creationId xmlns:a16="http://schemas.microsoft.com/office/drawing/2014/main" id="{4EC584A2-4215-4DB8-AE1F-E3768D77E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46DEBDF-77E2-4675-01C5-573E76523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764373"/>
            <a:ext cx="3977639" cy="1600200"/>
          </a:xfrm>
        </p:spPr>
        <p:txBody>
          <a:bodyPr anchor="b">
            <a:normAutofit/>
          </a:bodyPr>
          <a:lstStyle/>
          <a:p>
            <a:pPr algn="l"/>
            <a:r>
              <a:rPr lang="da-DK" sz="3200"/>
              <a:t>Objektmodel</a:t>
            </a:r>
          </a:p>
        </p:txBody>
      </p:sp>
      <p:sp>
        <p:nvSpPr>
          <p:cNvPr id="2054" name="Content Placeholder 2053">
            <a:extLst>
              <a:ext uri="{FF2B5EF4-FFF2-40B4-BE49-F238E27FC236}">
                <a16:creationId xmlns:a16="http://schemas.microsoft.com/office/drawing/2014/main" id="{F7FEFC0C-2174-35F4-DC7D-0599E115C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364573"/>
            <a:ext cx="3977639" cy="3854112"/>
          </a:xfrm>
        </p:spPr>
        <p:txBody>
          <a:bodyPr>
            <a:normAutofit/>
          </a:bodyPr>
          <a:lstStyle/>
          <a:p>
            <a:r>
              <a:rPr lang="en-US" sz="1600"/>
              <a:t>Ny klasse </a:t>
            </a:r>
          </a:p>
          <a:p>
            <a:r>
              <a:rPr lang="en-US" sz="1600"/>
              <a:t>Inspektion</a:t>
            </a:r>
          </a:p>
          <a:p>
            <a:endParaRPr lang="en-US" sz="160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CDA08AA-6CB0-EDC1-823C-16C097D6C5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72699" y="1832696"/>
            <a:ext cx="6533501" cy="3299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87935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CD94F7C0-1344-4B3C-AFCB-E7F006BB5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81" name="Picture 3080">
            <a:extLst>
              <a:ext uri="{FF2B5EF4-FFF2-40B4-BE49-F238E27FC236}">
                <a16:creationId xmlns:a16="http://schemas.microsoft.com/office/drawing/2014/main" id="{4EC584A2-4215-4DB8-AE1F-E3768D77E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3563B626-46E5-C370-6EBB-54F10E287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764373"/>
            <a:ext cx="3977639" cy="1600200"/>
          </a:xfrm>
        </p:spPr>
        <p:txBody>
          <a:bodyPr anchor="b">
            <a:normAutofit/>
          </a:bodyPr>
          <a:lstStyle/>
          <a:p>
            <a:pPr algn="l"/>
            <a:r>
              <a:rPr lang="da-DK" sz="3200"/>
              <a:t>SSD og SOC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1075E25-6249-298A-5662-F47A1BB97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364573"/>
            <a:ext cx="3977639" cy="3854112"/>
          </a:xfrm>
        </p:spPr>
        <p:txBody>
          <a:bodyPr>
            <a:normAutofit/>
          </a:bodyPr>
          <a:lstStyle/>
          <a:p>
            <a:r>
              <a:rPr lang="da-DK" sz="1600"/>
              <a:t>SSD:</a:t>
            </a:r>
          </a:p>
          <a:p>
            <a:r>
              <a:rPr lang="da-DK" sz="1600"/>
              <a:t>Rettet til UC1 </a:t>
            </a:r>
          </a:p>
          <a:p>
            <a:r>
              <a:rPr lang="da-DK" sz="1600"/>
              <a:t>SOC:</a:t>
            </a:r>
          </a:p>
          <a:p>
            <a:r>
              <a:rPr lang="da-DK" sz="1600"/>
              <a:t>Rettet beskrivelse af operationerne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002334C-903B-55FB-1E75-C37E68A0A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72699" y="2004200"/>
            <a:ext cx="6533501" cy="2956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16191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745407E-8F0D-D430-BBF3-691B548A1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da-DK" dirty="0"/>
          </a:p>
          <a:p>
            <a:pPr marL="0" indent="0" algn="ctr">
              <a:buNone/>
            </a:pPr>
            <a:r>
              <a:rPr lang="da-DK" dirty="0"/>
              <a:t>Jeppe, Filip, Nicklas, Jackob, Philip og Rasmus</a:t>
            </a:r>
          </a:p>
        </p:txBody>
      </p:sp>
    </p:spTree>
    <p:extLst>
      <p:ext uri="{BB962C8B-B14F-4D97-AF65-F5344CB8AC3E}">
        <p14:creationId xmlns:p14="http://schemas.microsoft.com/office/powerpoint/2010/main" val="332419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Tågespor">
  <a:themeElements>
    <a:clrScheme name="Tågespor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Tågespor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ågespor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TM04033937[[fn=Tågespor]]</Template>
  <TotalTime>50</TotalTime>
  <Words>87</Words>
  <Application>Microsoft Office PowerPoint</Application>
  <PresentationFormat>Widescreen</PresentationFormat>
  <Paragraphs>22</Paragraphs>
  <Slides>6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2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6</vt:i4>
      </vt:variant>
    </vt:vector>
  </HeadingPairs>
  <TitlesOfParts>
    <vt:vector size="9" baseType="lpstr">
      <vt:lpstr>Arial</vt:lpstr>
      <vt:lpstr>Century Gothic</vt:lpstr>
      <vt:lpstr>Tågespor</vt:lpstr>
      <vt:lpstr>Budweg</vt:lpstr>
      <vt:lpstr>UC1 Fully-dressed: Opret mål</vt:lpstr>
      <vt:lpstr>Domænemodel</vt:lpstr>
      <vt:lpstr>Objektmodel</vt:lpstr>
      <vt:lpstr>SSD og SOC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Jeppe Christian Helsted</dc:creator>
  <cp:lastModifiedBy>Jeppe Christian Helsted</cp:lastModifiedBy>
  <cp:revision>1</cp:revision>
  <dcterms:created xsi:type="dcterms:W3CDTF">2026-03-03T07:54:39Z</dcterms:created>
  <dcterms:modified xsi:type="dcterms:W3CDTF">2026-03-03T08:45:20Z</dcterms:modified>
</cp:coreProperties>
</file>